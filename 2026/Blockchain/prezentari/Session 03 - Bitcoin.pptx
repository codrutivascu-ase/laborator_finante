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Raleway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5ec82242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5ec82242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5ec82242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5ec82242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5ec82242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5ec82242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5ec82242c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5ec82242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5ec82242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5ec82242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5ec82242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5ec82242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5ec82242c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5ec82242c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5ec82242c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5ec82242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5ec82242c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5ec82242c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21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6" name="Google Shape;86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3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itcoin.org/bitcoin.pdf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arxiv.org/abs/2209.13431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Bitcoin</a:t>
            </a:r>
            <a:endParaRPr/>
          </a:p>
        </p:txBody>
      </p:sp>
      <p:sp>
        <p:nvSpPr>
          <p:cNvPr id="104" name="Google Shape;104;p25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 Protocols and Decentralized Applications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Discussions</a:t>
            </a:r>
            <a:endParaRPr/>
          </a:p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Paper: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https://bitcoin.org/bitcoin.pdf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Cryptography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Timestamped Append-only Logs (Blocks)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Merkle Trees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Consensus through Proof of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Bitcoin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800">
                <a:latin typeface="Arial"/>
                <a:ea typeface="Arial"/>
                <a:cs typeface="Arial"/>
                <a:sym typeface="Arial"/>
              </a:rPr>
              <a:t>Cryptography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Communication in presence of adversaries</a:t>
            </a:r>
            <a:endParaRPr/>
          </a:p>
        </p:txBody>
      </p:sp>
      <p:pic>
        <p:nvPicPr>
          <p:cNvPr id="117" name="Google Shape;1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667400"/>
            <a:ext cx="2723954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3850" y="1631975"/>
            <a:ext cx="2382825" cy="34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4875" y="1528625"/>
            <a:ext cx="2762675" cy="329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rPr lang="en"/>
              <a:t>Cryptographic Hash functions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Maps any data (from one string to an entire hard disk) to an Output called “HASH” with fixed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Deterministic - same result every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Efficient - fast computation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Preimage resistant (One way): infeasible to determine x from Hash(x)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Collision resistant: infeasible to find and x and y where Hash(x) = Hash(y)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Avalanche effect: Change x slightly and Hash(x) changes significantly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in blocks, addresses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Signatures</a:t>
            </a:r>
            <a:endParaRPr/>
          </a:p>
        </p:txBody>
      </p:sp>
      <p:sp>
        <p:nvSpPr>
          <p:cNvPr id="131" name="Google Shape;13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signatures: bind transaction to author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in the digital world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anyone can copy Bob’s signature from one doc to another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900" y="2642900"/>
            <a:ext cx="7241476" cy="199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Signatures</a:t>
            </a:r>
            <a:endParaRPr/>
          </a:p>
        </p:txBody>
      </p:sp>
      <p:sp>
        <p:nvSpPr>
          <p:cNvPr id="138" name="Google Shape;13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Prove that </a:t>
            </a:r>
            <a:r>
              <a:rPr b="1" lang="en"/>
              <a:t>private key</a:t>
            </a:r>
            <a:r>
              <a:rPr lang="en"/>
              <a:t> match </a:t>
            </a:r>
            <a:r>
              <a:rPr b="1" lang="en"/>
              <a:t>public key</a:t>
            </a:r>
            <a:endParaRPr b="1"/>
          </a:p>
        </p:txBody>
      </p:sp>
      <p:pic>
        <p:nvPicPr>
          <p:cNvPr id="139" name="Google Shape;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525" y="1843500"/>
            <a:ext cx="6162675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Signatures (2)</a:t>
            </a:r>
            <a:endParaRPr/>
          </a:p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RSA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DSA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Elliptic Curve Digital Signature Algorithm (EDCSA) - Bitcoin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significantly shorter private and public keys to achieve the same level of security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Merkle Trie</a:t>
            </a:r>
            <a:endParaRPr/>
          </a:p>
        </p:txBody>
      </p:sp>
      <p:pic>
        <p:nvPicPr>
          <p:cNvPr id="151" name="Google Shape;1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325" y="1054400"/>
            <a:ext cx="6729343" cy="37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2"/>
          <p:cNvSpPr txBox="1"/>
          <p:nvPr/>
        </p:nvSpPr>
        <p:spPr>
          <a:xfrm>
            <a:off x="3072000" y="47895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https://arxiv.org/abs/2209.13431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Bitcoin</a:t>
            </a:r>
            <a:endParaRPr/>
          </a:p>
        </p:txBody>
      </p:sp>
      <p:sp>
        <p:nvSpPr>
          <p:cNvPr id="158" name="Google Shape;15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Electronic cash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Online payments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financial institution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Prevent double-spending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Using peer-to-peer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Proof-of-work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can leave and rejoin the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Whitepaper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