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5ec23a1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5ec23a1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5ec23a15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5ec23a15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5ec23a15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5ec23a15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5ec23a15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5ec23a15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5ec23a15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5ec23a15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5ec23a15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5ec23a15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5ec23a15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5ec23a15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5ec23a15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5ec23a15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explorer.multiversx.com/" TargetMode="External"/><Relationship Id="rId4" Type="http://schemas.openxmlformats.org/officeDocument/2006/relationships/hyperlink" Target="https://etherscan.io/" TargetMode="External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Sessions 04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 of Stake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Blockchain Protocols and Decentralized Applications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Proof of 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Nodes called miners compete to solve a math problem using brute force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first miner that solves the problem gets to create a block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nodes check if the block is valid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yes, the miner is rewarded cryptocurrency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no, the miner wasted their time and energy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nodes add the new block to their copy of the blockchain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Issues?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Proof of Work vs Proof of Stake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9825" y="1105725"/>
            <a:ext cx="7204347" cy="377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Proof of Stake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Nodes called validators stake some cryptocurrency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stake is like saying: “I’ll commit this amount of cryptocurrency to win the right to do this transaction.”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Validators with more stake are more likely (but not guaranteed) to be selected to process the transaction and create a block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validators check if the block is valid. If it is, all participating validators earn a transaction fee. If it’s not, the validator that created the block might lose its stake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nodes add the new block to their copy of the blockchain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Proof of Work vs Proof of Stake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2437" y="1068425"/>
            <a:ext cx="5599124" cy="383582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5165350" y="4779225"/>
            <a:ext cx="388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Source: https://www.leewayhertz.com/proof-of-work-vs-proof-of-stake/</a:t>
            </a:r>
            <a:endParaRPr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Proof of Work vs Proof of Stake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 txBox="1"/>
          <p:nvPr/>
        </p:nvSpPr>
        <p:spPr>
          <a:xfrm>
            <a:off x="235500" y="1152475"/>
            <a:ext cx="3935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Participating nodes are called miners	</a:t>
            </a:r>
            <a:endParaRPr sz="18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Mining capacity depends on computational power</a:t>
            </a:r>
            <a:endParaRPr sz="18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Mining produces new coins</a:t>
            </a:r>
            <a:endParaRPr sz="18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Miners receive block rewards</a:t>
            </a:r>
            <a:endParaRPr sz="18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Massive energy consumption</a:t>
            </a:r>
            <a:endParaRPr sz="18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Significantly prone to 51% attacks</a:t>
            </a:r>
            <a:endParaRPr sz="18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4742800" y="1152475"/>
            <a:ext cx="4338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Participating nodes are called validators</a:t>
            </a:r>
            <a:endParaRPr sz="18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Validating capacity depends on the stake in the network</a:t>
            </a:r>
            <a:endParaRPr sz="18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No new coins are formed</a:t>
            </a:r>
            <a:endParaRPr sz="18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Validators receive transaction fees</a:t>
            </a:r>
            <a:endParaRPr sz="18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Low energy consumption</a:t>
            </a:r>
            <a:endParaRPr sz="18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7F7F7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51% attacks are virtually impossible</a:t>
            </a:r>
            <a:endParaRPr sz="18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Proof of Stake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Demo - Explorer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https://explorer.multiversx.com/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https://etherscan.io/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Timeline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571750"/>
            <a:ext cx="8839200" cy="1248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Transactions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PoW, PoS gives us ..?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Agreement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Bitcoin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Miners come to agreement to move tokens from one user to another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Ethereum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Validators comes to agreement to execute a piece of code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