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5edc4884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5edc4884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5edc4884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5edc4884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5edc4884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5edc4884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5edc4884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5edc4884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5edc4884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5edc4884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5edc4884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5edc4884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5edc4884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5edc4884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5edc4884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5edc4884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485875" y="264475"/>
            <a:ext cx="85191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Maximal Extractable Value (MEV)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Permissionless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financial instrument can be implemented and deployed with a few lines of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Anyone can use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Transparent: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Anyone can inspect and verify transactions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Composable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Reasons for DeFi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1.4 billion people who remain unbanked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 border inefficiency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send $10 to Asia ⇒ 36% fees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Economies with an unstable fiat currency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MEV - The Problem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311700" y="1152475"/>
            <a:ext cx="8520600" cy="3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want to swap tokens (remember Decentralized Exchanges)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Opportunists want to make arbitrage: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Buy EGLD on OneDEX and sell it on xExchange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an user posts a Tx to the mempool?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Leaders select the transaction and add it to the current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opportunist can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the mempool;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its transaction with a higher priority; how?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paying a greater fee;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opportunist can try to front run him. What happens?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action is now mostly automated by copy-paste bots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MEV - The Consequences</a:t>
            </a:r>
            <a:endParaRPr/>
          </a:p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Price Gas Auctions - front-runners compete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Repeatedly submit a Tx with higher and higher maxPriorityFee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Causes congestion (lots of Tx in mempool) and high gas fees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suffers the most?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MEV - Centralization</a:t>
            </a:r>
            <a:endParaRPr/>
          </a:p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Private mempools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propagate the txs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to themselves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 - only a few validators will handle a bulk of txs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Cumvulative Sum for Miner Payments</a:t>
            </a:r>
            <a:endParaRPr/>
          </a:p>
        </p:txBody>
      </p:sp>
      <p:pic>
        <p:nvPicPr>
          <p:cNvPr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3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do?</a:t>
            </a:r>
            <a:endParaRPr/>
          </a:p>
        </p:txBody>
      </p:sp>
      <p:sp>
        <p:nvSpPr>
          <p:cNvPr id="146" name="Google Shape;14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MEV is unavoidable; minimize its harm to the ecosystem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Ethereum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prevent some MEV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MultiversX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the block proposer’s choice in ordering Tx in a block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